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People Tracker 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Codebase Explanation &amp; Technical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People Tracker Pro?</a:t>
            </a:r>
          </a:p>
          <a:p>
            <a:pPr lvl="1"/>
            <a:r>
              <a:t>Real-time computer vision app to track people.</a:t>
            </a:r>
          </a:p>
          <a:p>
            <a:pPr lvl="1"/>
            <a:r>
              <a:t>Uses YOLOv8 (AI) for detecting people in a video feed.</a:t>
            </a:r>
          </a:p>
          <a:p>
            <a:pPr lvl="1"/>
            <a:r>
              <a:t>Uses a custom Centroid Tracker to follow individuals.</a:t>
            </a:r>
          </a:p>
          <a:p>
            <a:pPr lvl="1"/>
            <a:r>
              <a:t>Built with PyQt5 for a modern, dark-themed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Global Settings (config.py)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Central Brain for Parameters</a:t>
            </a:r>
          </a:p>
          <a:p>
            <a:pPr lvl="1"/>
            <a:r>
              <a:t>Stores YOLO model file name &amp; confidence threshold.</a:t>
            </a:r>
          </a:p>
          <a:p>
            <a:pPr lvl="1"/>
            <a:r>
              <a:t>Sets tracker limits (e.g., MAX_DISAPPEARED_FRAMES).</a:t>
            </a:r>
          </a:p>
          <a:p>
            <a:pPr lvl="1"/>
            <a:r>
              <a:t>Configures UI colors, trails, and heatmap parameters.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The Entry Point (main.py)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Bootstrapping the Application</a:t>
            </a:r>
          </a:p>
          <a:p>
            <a:pPr lvl="1"/>
            <a:r>
              <a:t>Creates the Splash Screen while loading the AI model.</a:t>
            </a:r>
          </a:p>
          <a:p>
            <a:pPr lvl="1"/>
            <a:r>
              <a:t>Initializes the PyQt5 QApplication.</a:t>
            </a:r>
          </a:p>
          <a:p>
            <a:pPr lvl="1"/>
            <a:r>
              <a:t>Applies the global dark theme and font.</a:t>
            </a:r>
          </a:p>
          <a:p>
            <a:pPr lvl="1"/>
            <a:r>
              <a:t>Launches the MainWindow.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Core Logic: detector.py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 Brain (YOLOv8)</a:t>
            </a:r>
          </a:p>
          <a:p>
            <a:pPr lvl="1"/>
            <a:r>
              <a:t>Receives a video frame and detects objects.</a:t>
            </a:r>
          </a:p>
          <a:p>
            <a:pPr lvl="1"/>
            <a:r>
              <a:t>Filters for Class '0' (Person).</a:t>
            </a:r>
          </a:p>
          <a:p>
            <a:pPr lvl="1"/>
            <a:r>
              <a:t>Returns Bounding Boxes, Confidence, and Centroids (center points).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Core Logic: tracker.py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Centroid Tracker Algorithm</a:t>
            </a:r>
          </a:p>
          <a:p>
            <a:pPr lvl="1"/>
            <a:r>
              <a:t>Takes center points from the current frame.</a:t>
            </a:r>
          </a:p>
          <a:p>
            <a:pPr lvl="1"/>
            <a:r>
              <a:t>Compares them to center points from the previous frame.</a:t>
            </a:r>
          </a:p>
          <a:p>
            <a:pPr lvl="1"/>
            <a:r>
              <a:t>Uses physical distance to link the old and new points together.</a:t>
            </a:r>
          </a:p>
          <a:p>
            <a:pPr lvl="1"/>
            <a:r>
              <a:t>Assigns and remembers a unique ID for each person.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Core Logic: trail_manager.py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Visuals and Analytics</a:t>
            </a:r>
          </a:p>
          <a:p>
            <a:pPr lvl="1"/>
            <a:r>
              <a:t>Active Trails: Draws lines tracking recent positions.</a:t>
            </a:r>
          </a:p>
          <a:p>
            <a:pPr lvl="1"/>
            <a:r>
              <a:t>Heatmap: Accumulates positions over time to show dense areas.</a:t>
            </a:r>
          </a:p>
          <a:p>
            <a:pPr lvl="1"/>
            <a:r>
              <a:t>Dwell Time: Tracks Entry/Exit timestamps to calculate time spent in frame.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GUI: main_window.py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Controller</a:t>
            </a:r>
          </a:p>
          <a:p>
            <a:pPr lvl="1"/>
            <a:r>
              <a:t>Uses a 'CameraThread' to run heavy video processing in the background (prevents freezing).</a:t>
            </a:r>
          </a:p>
          <a:p>
            <a:pPr lvl="1"/>
            <a:r>
              <a:t>Supports Multi-Camera Tabs.</a:t>
            </a:r>
          </a:p>
          <a:p>
            <a:pPr lvl="1"/>
            <a:r>
              <a:t>Handles CSV export for Dwell Time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GUI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Panels and Styling</a:t>
            </a:r>
          </a:p>
          <a:p>
            <a:pPr lvl="1"/>
            <a:r>
              <a:t>controls_panel.py: Sliders and toggles that emit 'Signals' to update the background thread.</a:t>
            </a:r>
          </a:p>
          <a:p>
            <a:pPr lvl="1"/>
            <a:r>
              <a:t>stats_panel.py: Live statistics (Current People, Total, Avg Dwell).</a:t>
            </a:r>
          </a:p>
          <a:p>
            <a:pPr lvl="1"/>
            <a:r>
              <a:t>video_widget.py: Converts OpenCV images (BGR) to PyQt images (RGB QImage).</a:t>
            </a:r>
          </a:p>
          <a:p>
            <a:pPr lvl="1"/>
            <a:r>
              <a:t>styles.py: CSS-like styling (QSS) for the dark, modern 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The Processing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flow (30x per second)</a:t>
            </a:r>
          </a:p>
          <a:p>
            <a:pPr lvl="1"/>
            <a:r>
              <a:t>1. Camera grabs a frame.</a:t>
            </a:r>
          </a:p>
          <a:p>
            <a:pPr lvl="1"/>
            <a:r>
              <a:t>2. Detector finds boxes around people.</a:t>
            </a:r>
          </a:p>
          <a:p>
            <a:pPr lvl="1"/>
            <a:r>
              <a:t>3. Tracker links boxes and assigns IDs.</a:t>
            </a:r>
          </a:p>
          <a:p>
            <a:pPr lvl="1"/>
            <a:r>
              <a:t>4. TrailManager updates lines and calculates time.</a:t>
            </a:r>
          </a:p>
          <a:p>
            <a:pPr lvl="1"/>
            <a:r>
              <a:t>5. GUI displays the finalized image and stats.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